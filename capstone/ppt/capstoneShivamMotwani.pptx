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0939B6-C5E4-49CF-B64A-4828526829B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E02BFF-AB3B-4F96-B503-BB747F8F2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87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D8F0C-14F3-9BA1-CFC5-A038F2040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8C4F6-2C7B-7238-6828-33067A0F1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D1E16-96D4-48FE-741B-745363195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6A05E-E565-4EBA-A619-EB3650170867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705A2-13C2-6570-2DAF-7E749FB5C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6683B-59CA-4309-E92E-2ECB63AD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49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0D2FD-6F06-A0CD-596F-487E7D58C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DD67B-2500-D3DD-FABC-1788949DF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B67EF-4441-16CE-0311-E21E61BB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37E2C-4A16-4DAE-8E1F-1478B323F9D1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451B9-3895-1A48-B322-0D1D971F8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0514C-2D82-823B-5912-DFDDF7C6C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305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8ECED-9806-3F84-F26F-AB4B454EC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ABEEC-73EF-4BCE-D232-32DE073A0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27E3D-7655-40DB-CB42-B98931369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AE9C3-81FC-46F1-84B1-D31419BC718C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956BF-A1DF-CCFB-8D6F-A96B670E1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DD0FC-4A50-8371-47F2-3F4C93F50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F582C-AB4F-D608-B776-A0D00BCCB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A263F-E182-AEED-3D2A-0D6B94D9A3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25552-5116-536C-10AF-9F859C8CA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75EEE-2784-1D2C-C769-4067D87B1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4836-7B35-4546-B599-19F29FD59DCB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BFBE4-D099-5086-CA3B-D5BB0FE5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DB52F-1401-57B3-22CD-03762122C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496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D5B94-58DE-C0CE-0B1B-45D54DC9D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C4A1B-2E71-5FF0-E038-4001D4074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C9BCF7-FD7E-E3C1-199E-2685E3A8A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720A11-EB55-37CC-B209-19CF10826A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5C806D-C371-634A-508B-86AEFAED3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0EF540-55B5-7F31-BA4F-DCF3D5BF8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845C6-C75E-42CA-BE61-13ACC5F38CE1}" type="datetime1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A41903-18EF-5A99-3713-6864EB340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9C2638-A201-AA22-EAA2-EA1C97CEB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15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9C960-D21E-2056-486B-D3D5CD0F6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A3BFE0-CFDD-6C3C-151A-40764607B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A82C-9275-42B8-A91F-2DD94F3560CA}" type="datetime1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AC4EC-B130-0619-2BE7-C71CD7546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80BF71-9587-6E14-DA41-80192EF7C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51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39B0D4-0A9E-850A-54ED-EC1177D02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43C17-4940-4AD5-AFA5-C24DDCF142CB}" type="datetime1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C60672-067A-1D88-E075-E7E8CDE6E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7149F-F0FF-D23A-F722-9A761E1EC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279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5410B-9B0A-8AE6-CDCB-E0E65523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6623C-0116-FA6C-8E58-AA22E5B36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06DC6-B6F2-4CAF-0668-54D04A322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175FF-0AF1-9D2B-C38E-06B04FA7E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C7E3A-4E7A-4214-A84B-473F1873618A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54FC9-5B57-195E-6937-12FCAB29A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E921D-77C1-0392-4EE3-761126755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91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A4FBB-D03E-13C7-FFE0-057FD487F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31AE44-CE53-24CB-E93D-0ACB10694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D4B7D-C221-A406-2E62-9BC12C847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69787-4A57-FAD5-7DE2-EEAF7E9FE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70B45-35CA-4B12-92C9-F658E31286E6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29758-5163-3EDB-5B61-183C0FC80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1F724-86F1-5E2C-98C5-65D2F534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534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0797-28D7-EDB7-5B23-9FAE64B1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05183-3B80-6ABC-44BA-836DB1AC3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B6731-4C7D-BEAB-7F79-359A42F81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7819B-2056-4B95-BC81-D6D74424C5B9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987D2-5F1A-EFE8-0222-3FDFDB371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5E376-E4A6-A797-FC23-D71ECE07D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43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7BEC82-9D8A-BD01-AC4E-0DEF2A4E3B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5348CB-DD4A-5427-BD90-01DF9422A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4C4BD-E57A-12B3-74E0-4225A3E5E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E45F-46AB-496E-80EF-E2E0116BFAFA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BC3A-E106-F2FC-B377-AB0A2A6B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F41EE-F674-3DBA-A3A2-AC212056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751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88E709-4164-7636-42A7-BC7301567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BDEF7-626F-1D9E-9591-3E40FD1AC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62F73-1F2F-DBB4-BF80-DF983D071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15413-32A8-4848-809E-A4BC58ED7792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C9ABB-694C-01E0-4A0B-AD2FD75FD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CDBAD-C002-4D94-969F-F807373C3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08F21-8973-4195-A0AB-275F1D08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44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75D6-8D3F-2320-B127-58BC169B2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99B3EB-3F6B-F2A7-72C8-EAD6F5F174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226954-0C64-00BB-9B06-57139C13FF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888" b="1076"/>
          <a:stretch>
            <a:fillRect/>
          </a:stretch>
        </p:blipFill>
        <p:spPr>
          <a:xfrm>
            <a:off x="0" y="1390"/>
            <a:ext cx="12083845" cy="678286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39287-2CCB-E7B9-6F2D-AD93C2D6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67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24E16-E1DC-1CF9-34A7-D55FD79BA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038C7-C247-8306-C2AE-C7C91A12F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D8D12A-109A-A38A-81EB-819765A462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07" b="1916"/>
          <a:stretch>
            <a:fillRect/>
          </a:stretch>
        </p:blipFill>
        <p:spPr>
          <a:xfrm>
            <a:off x="0" y="1390"/>
            <a:ext cx="12093677" cy="672387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66E71-19CF-B5FD-C462-C5BF7411F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541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70230-9C0F-6366-B50E-8D72D61B3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C4C8E-4AFF-8028-DB3D-0464C1ED1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FA056D-23D0-D946-47FA-7B67888FA7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888" b="1055"/>
          <a:stretch>
            <a:fillRect/>
          </a:stretch>
        </p:blipFill>
        <p:spPr>
          <a:xfrm>
            <a:off x="0" y="1390"/>
            <a:ext cx="12083845" cy="678286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A3230-5A65-921F-AE58-1A9618C70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37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6F6FA-C9FB-5BE7-06B4-F1BC0F422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3B9C6-52AA-55B2-1B56-2D643824C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643373-00CF-263E-0ECF-F9777D3BA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2" y="0"/>
            <a:ext cx="12157656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806EA-CA7C-E140-C7CE-0F6E9088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13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D422-119A-0A81-7B44-E0DBA6179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F4B01-8543-BFB4-3CCD-B63FE68AE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17F440-8F08-A8F4-B133-3359799F6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" y="0"/>
            <a:ext cx="12181973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A464D-69E9-86D1-5B54-AB6B9D527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3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24B9A-E0D6-0DDB-68AC-BB011DCCD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4817C-1766-060F-8BAD-913DC100F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A4EC7E-48AA-9D3F-F340-AA7AEC51C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4" y="0"/>
            <a:ext cx="12157072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1F24E-EF8C-5C73-62DE-CFC69CD7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348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4F17C-DAED-E8B7-F15D-74EF36D40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76E68-BBAC-B0CA-B8ED-145A42320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E33BCE-C9C6-22EE-E009-E398C2756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93"/>
            <a:ext cx="12192000" cy="683061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CC0A9-504F-E2D9-19DB-B33118D6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17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F3EE-0101-D7F0-14D8-A3E6CA359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BBC18-D515-B0D8-5D5C-3DC8ADB7F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E7D62-4BBA-ADD7-DE25-4052610C3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3" y="0"/>
            <a:ext cx="12162034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DFCB2-64B6-0384-9669-590C872DB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995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C05C-02AB-865C-00E9-EA826C4AB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C3C95-C9EC-682D-04C6-FCBF27398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BDC75-AD26-B253-82B2-F51F26F30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7"/>
            <a:ext cx="12192000" cy="684994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6E902-4916-0749-A9AA-7F2D39EE4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52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7EE88-9717-0A59-2D3B-861D41505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C59A4-DC98-CDF7-AE65-D4771DAAB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5F1F9B-BC7D-D972-93D6-AC4401AA6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6"/>
            <a:ext cx="12192000" cy="685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FB979-FEB9-EFAF-6540-4215333E0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8F21-8973-4195-A0AB-275F1D0864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909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Motwani</dc:creator>
  <cp:lastModifiedBy>Shivam Motwani</cp:lastModifiedBy>
  <cp:revision>2</cp:revision>
  <dcterms:created xsi:type="dcterms:W3CDTF">2026-01-06T22:55:38Z</dcterms:created>
  <dcterms:modified xsi:type="dcterms:W3CDTF">2026-01-06T23:01:55Z</dcterms:modified>
</cp:coreProperties>
</file>